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Intelligent SQL Querying with LLMs using Gemini Pro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  <a:p>
            <a:r>
              <a:t>Developed using Python, Streamlit &amp;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integrates LLMs with SQL databases.</a:t>
            </a:r>
          </a:p>
          <a:p>
            <a:pPr lvl="1"/>
            <a:r>
              <a:t>Converts natural language questions into SQL queries.</a:t>
            </a:r>
          </a:p>
          <a:p>
            <a:pPr lvl="1"/>
            <a:r>
              <a:t>Uses Google Gemini Pro for SQL generation.</a:t>
            </a:r>
          </a:p>
          <a:p>
            <a:pPr lvl="1"/>
            <a:r>
              <a:t>Executes queries on SQLite database.</a:t>
            </a:r>
          </a:p>
          <a:p>
            <a:pPr lvl="1"/>
            <a:r>
              <a:t>Displays results using Streamlit web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 natural language querying of SQL databases.</a:t>
            </a:r>
          </a:p>
          <a:p>
            <a:pPr lvl="1"/>
            <a:r>
              <a:t>Integrate Google Gemini Pro for SQL generation.</a:t>
            </a:r>
          </a:p>
          <a:p>
            <a:pPr lvl="1"/>
            <a:r>
              <a:t>Develop interactive web application using Streamlit.</a:t>
            </a:r>
          </a:p>
          <a:p>
            <a:pPr lvl="1"/>
            <a:r>
              <a:t>Demonstrate SQLite database connectivity.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pPr lvl="1"/>
            <a:r>
              <a:t>Streamlit</a:t>
            </a:r>
          </a:p>
          <a:p>
            <a:pPr lvl="1"/>
            <a:r>
              <a:t>Google Gemini Pro (LLM)</a:t>
            </a:r>
          </a:p>
          <a:p>
            <a:pPr lvl="1"/>
            <a:r>
              <a:t>SQLite Database</a:t>
            </a:r>
          </a:p>
          <a:p>
            <a:pPr lvl="1"/>
            <a:r>
              <a:t>python-dotenv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enters question in English.</a:t>
            </a:r>
          </a:p>
          <a:p>
            <a:pPr lvl="1"/>
            <a:r>
              <a:t>Gemini Pro converts question into SQL query.</a:t>
            </a:r>
          </a:p>
          <a:p>
            <a:pPr lvl="1"/>
            <a:r>
              <a:t>Generated SQL executed on SQLite database.</a:t>
            </a:r>
          </a:p>
          <a:p>
            <a:pPr lvl="1"/>
            <a:r>
              <a:t>Results displayed via Streamlit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created using sql.py with sample student records.</a:t>
            </a:r>
          </a:p>
          <a:p>
            <a:pPr lvl="1"/>
            <a:r>
              <a:t>Gemini Pro configured using Google API key.</a:t>
            </a:r>
          </a:p>
          <a:p>
            <a:pPr lvl="1"/>
            <a:r>
              <a:t>Prompt engineering used for accurate SQL generation.</a:t>
            </a:r>
          </a:p>
          <a:p>
            <a:pPr lvl="1"/>
            <a:r>
              <a:t>Streamlit UI built for user interaction.</a:t>
            </a:r>
          </a:p>
          <a:p>
            <a:pPr lvl="1"/>
            <a:r>
              <a:t>Error handling implemented during query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User-friendly for non-technical users.</a:t>
            </a:r>
          </a:p>
          <a:p>
            <a:pPr lvl="1"/>
            <a:r>
              <a:t>Automates SQL query generation.</a:t>
            </a:r>
          </a:p>
          <a:p>
            <a:pPr lvl="1"/>
            <a:r>
              <a:t>Reduces manual query writing errors.</a:t>
            </a:r>
          </a:p>
          <a:p>
            <a:pPr lvl="1"/>
            <a:r>
              <a:t>Fast and efficient data retrieval.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Demonstrates power of LLMs in automating SQL queries.</a:t>
            </a:r>
          </a:p>
          <a:p>
            <a:pPr lvl="1"/>
            <a:r>
              <a:t>Combines Gemini Pro, SQLite, and Streamlit effectively.</a:t>
            </a:r>
          </a:p>
          <a:p>
            <a:pPr lvl="1"/>
            <a:r>
              <a:t>Enables smart database interaction using natural language.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